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Responsibility &amp;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責任範囲と免責の進め方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457200" cy="36576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90472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二段階で締結する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1965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①責任範囲を業務委託契約書に整理 → ②皆さんの意見をふまえた免責事項の修正版を共有し、一緒に確認のうえ締結。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87752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最終確認は発注者（hicre）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16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投稿・公開・権利関係・効果効能表現の最終承認はhicre。皆さんは指示・承認に基づく制作・投稿補助を担当します。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85032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リスクは事前共有・記録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14215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法令／規約／権利／炎上の懸念は事前に確認・指摘し記録。指摘後にそのまま進めた指示は、発注者が責任を負います。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1463040"/>
            <a:ext cx="3200400" cy="2514600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5727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99999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901952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皆さんが責任を負わない（例）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・提供素材／情報の誤り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・承認後に公開された内容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・仕様／規約変更・成果（数値）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皆さんが責任を負う（例）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・故意／重過失、虚偽の制作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・承認と明らかに異なる制作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賠償上限：当該業務の報酬額まで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4069080"/>
            <a:ext cx="3200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411480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責任の線引きを明確にして、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安心して制作に集中できるように。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